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12469-C665-46F6-807C-0FAE833D71F5}" v="277" dt="2026-03-28T07:06:17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143" y="264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FDE50C4F-58E1-4DC1-9A3D-B9D43D977DAB}" type="datetime1">
              <a:rPr lang="ko-KR" altLang="en-US"/>
              <a:pPr lvl="0">
                <a:defRPr/>
              </a:pPr>
              <a:t>2026-03-28(Sat)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2"/>
            <a:ext cx="4457700" cy="9159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3DFAF3D3-53F8-4BA0-BEFA-64ED77F6DF7C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DFAF3D3-53F8-4BA0-BEFA-64ED77F6DF7C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D6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youtu.be/lQhq47IsNCw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4.xml"/><Relationship Id="rId3" Type="http://schemas.openxmlformats.org/officeDocument/2006/relationships/slide" Target="slide4.xml"/><Relationship Id="rId7" Type="http://schemas.openxmlformats.org/officeDocument/2006/relationships/slide" Target="slide4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4.xml"/><Relationship Id="rId5" Type="http://schemas.openxmlformats.org/officeDocument/2006/relationships/slide" Target="slide24.xml"/><Relationship Id="rId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001">
            <a:extLst>
              <a:ext uri="{FF2B5EF4-FFF2-40B4-BE49-F238E27FC236}">
                <a16:creationId xmlns:a16="http://schemas.microsoft.com/office/drawing/2014/main" id="{A96BB400-0F34-42F5-80D2-9E678D564B86}"/>
              </a:ext>
            </a:extLst>
          </p:cNvPr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13" name="Object 2">
              <a:extLst>
                <a:ext uri="{FF2B5EF4-FFF2-40B4-BE49-F238E27FC236}">
                  <a16:creationId xmlns:a16="http://schemas.microsoft.com/office/drawing/2014/main" id="{4DC76F47-5ED4-43DD-9F31-FDE28E5A3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20C1362-9456-4BB0-AF3D-5C9BCDC956AD}"/>
              </a:ext>
            </a:extLst>
          </p:cNvPr>
          <p:cNvGrpSpPr/>
          <p:nvPr/>
        </p:nvGrpSpPr>
        <p:grpSpPr>
          <a:xfrm>
            <a:off x="13560567" y="6078944"/>
            <a:ext cx="3149120" cy="4110821"/>
            <a:chOff x="5954464" y="4620536"/>
            <a:chExt cx="2772321" cy="3591964"/>
          </a:xfrm>
        </p:grpSpPr>
        <p:pic>
          <p:nvPicPr>
            <p:cNvPr id="15" name="Object 17">
              <a:extLst>
                <a:ext uri="{FF2B5EF4-FFF2-40B4-BE49-F238E27FC236}">
                  <a16:creationId xmlns:a16="http://schemas.microsoft.com/office/drawing/2014/main" id="{91E5D420-13ED-4D27-A533-C5E5A73E2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464" y="4620536"/>
              <a:ext cx="2772321" cy="3591964"/>
            </a:xfrm>
            <a:prstGeom prst="rect">
              <a:avLst/>
            </a:prstGeom>
          </p:spPr>
        </p:pic>
      </p:grpSp>
      <p:grpSp>
        <p:nvGrpSpPr>
          <p:cNvPr id="1001" name="그룹 1001"/>
          <p:cNvGrpSpPr/>
          <p:nvPr/>
        </p:nvGrpSpPr>
        <p:grpSpPr>
          <a:xfrm>
            <a:off x="0" y="1"/>
            <a:ext cx="18285714" cy="10285715"/>
            <a:chOff x="0" y="0"/>
            <a:chExt cx="12190476" cy="685714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143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914EA96-3374-48D9-B234-D67EC8443DEC}"/>
              </a:ext>
            </a:extLst>
          </p:cNvPr>
          <p:cNvGrpSpPr/>
          <p:nvPr/>
        </p:nvGrpSpPr>
        <p:grpSpPr>
          <a:xfrm>
            <a:off x="15535400" y="6216894"/>
            <a:ext cx="2829643" cy="3972874"/>
            <a:chOff x="7891071" y="4741071"/>
            <a:chExt cx="2491071" cy="3471429"/>
          </a:xfrm>
        </p:grpSpPr>
        <p:pic>
          <p:nvPicPr>
            <p:cNvPr id="19" name="Object 20">
              <a:extLst>
                <a:ext uri="{FF2B5EF4-FFF2-40B4-BE49-F238E27FC236}">
                  <a16:creationId xmlns:a16="http://schemas.microsoft.com/office/drawing/2014/main" id="{92954F29-1517-47B5-BE74-DC2C9645F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1071" y="4741071"/>
              <a:ext cx="2491071" cy="3471429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BDDD649-0C8C-458F-A6F2-860C20D38D27}"/>
              </a:ext>
            </a:extLst>
          </p:cNvPr>
          <p:cNvGrpSpPr/>
          <p:nvPr/>
        </p:nvGrpSpPr>
        <p:grpSpPr>
          <a:xfrm>
            <a:off x="13350241" y="5364481"/>
            <a:ext cx="4235338" cy="4423502"/>
            <a:chOff x="5874107" y="3945536"/>
            <a:chExt cx="3728571" cy="3865179"/>
          </a:xfrm>
        </p:grpSpPr>
        <p:pic>
          <p:nvPicPr>
            <p:cNvPr id="17" name="Object 23">
              <a:extLst>
                <a:ext uri="{FF2B5EF4-FFF2-40B4-BE49-F238E27FC236}">
                  <a16:creationId xmlns:a16="http://schemas.microsoft.com/office/drawing/2014/main" id="{06119D0F-AA6B-4DC0-8875-E1AE96A6C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4107" y="3945536"/>
              <a:ext cx="3728571" cy="3865179"/>
            </a:xfrm>
            <a:prstGeom prst="rect">
              <a:avLst/>
            </a:prstGeom>
          </p:spPr>
        </p:pic>
      </p:grpSp>
      <p:pic>
        <p:nvPicPr>
          <p:cNvPr id="25" name="Object 10">
            <a:extLst>
              <a:ext uri="{FF2B5EF4-FFF2-40B4-BE49-F238E27FC236}">
                <a16:creationId xmlns:a16="http://schemas.microsoft.com/office/drawing/2014/main" id="{5C8F85D1-3249-4C48-BA81-A440C38F01E9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1447800" y="217399"/>
            <a:ext cx="20389855" cy="3118775"/>
          </a:xfrm>
          <a:prstGeom prst="rect">
            <a:avLst/>
          </a:prstGeom>
        </p:spPr>
      </p:pic>
      <p:pic>
        <p:nvPicPr>
          <p:cNvPr id="27" name="Object 4">
            <a:extLst>
              <a:ext uri="{FF2B5EF4-FFF2-40B4-BE49-F238E27FC236}">
                <a16:creationId xmlns:a16="http://schemas.microsoft.com/office/drawing/2014/main" id="{12AF4482-AFAF-4F24-B8F1-0DDD778E491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418649" y="1538297"/>
            <a:ext cx="19123012" cy="8107943"/>
          </a:xfrm>
          <a:prstGeom prst="rect">
            <a:avLst/>
          </a:prstGeom>
        </p:spPr>
      </p:pic>
      <p:grpSp>
        <p:nvGrpSpPr>
          <p:cNvPr id="29" name="그룹 1002">
            <a:extLst>
              <a:ext uri="{FF2B5EF4-FFF2-40B4-BE49-F238E27FC236}">
                <a16:creationId xmlns:a16="http://schemas.microsoft.com/office/drawing/2014/main" id="{57B7E6CD-7A97-45F9-B0BF-B6132EB223A8}"/>
              </a:ext>
            </a:extLst>
          </p:cNvPr>
          <p:cNvGrpSpPr/>
          <p:nvPr/>
        </p:nvGrpSpPr>
        <p:grpSpPr>
          <a:xfrm>
            <a:off x="515080" y="6694547"/>
            <a:ext cx="15690476" cy="1508784"/>
            <a:chOff x="177025" y="4884750"/>
            <a:chExt cx="10460317" cy="1005856"/>
          </a:xfrm>
        </p:grpSpPr>
        <p:pic>
          <p:nvPicPr>
            <p:cNvPr id="30" name="Object 6">
              <a:extLst>
                <a:ext uri="{FF2B5EF4-FFF2-40B4-BE49-F238E27FC236}">
                  <a16:creationId xmlns:a16="http://schemas.microsoft.com/office/drawing/2014/main" id="{CFC89F03-600C-43BE-88D0-93073BC98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-5056308" y="4379989"/>
              <a:ext cx="20920635" cy="2011712"/>
            </a:xfrm>
            <a:prstGeom prst="rect">
              <a:avLst/>
            </a:prstGeom>
          </p:spPr>
        </p:pic>
        <p:pic>
          <p:nvPicPr>
            <p:cNvPr id="31" name="Object 7">
              <a:extLst>
                <a:ext uri="{FF2B5EF4-FFF2-40B4-BE49-F238E27FC236}">
                  <a16:creationId xmlns:a16="http://schemas.microsoft.com/office/drawing/2014/main" id="{ED1AE181-0B2C-4C49-9967-34EE015B0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7025" y="4884750"/>
              <a:ext cx="10460317" cy="1005856"/>
            </a:xfrm>
            <a:prstGeom prst="rect">
              <a:avLst/>
            </a:prstGeom>
          </p:spPr>
        </p:pic>
      </p:grpSp>
      <p:pic>
        <p:nvPicPr>
          <p:cNvPr id="28" name="Object 9">
            <a:extLst>
              <a:ext uri="{FF2B5EF4-FFF2-40B4-BE49-F238E27FC236}">
                <a16:creationId xmlns:a16="http://schemas.microsoft.com/office/drawing/2014/main" id="{E46833B8-99C7-43DE-95AF-7980F9C57D6B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77388" y="6599154"/>
            <a:ext cx="12271428" cy="22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3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grpSp>
        <p:nvGrpSpPr>
          <p:cNvPr id="1003" name="Group 1002"/>
          <p:cNvGrpSpPr/>
          <p:nvPr/>
        </p:nvGrpSpPr>
        <p:grpSpPr>
          <a:xfrm>
            <a:off x="12518536" y="4740566"/>
            <a:ext cx="5846507" cy="5449201"/>
            <a:chOff x="12518537" y="4740566"/>
            <a:chExt cx="5846507" cy="5449201"/>
          </a:xfrm>
        </p:grpSpPr>
        <p:grpSp>
          <p:nvGrpSpPr>
            <p:cNvPr id="20" name="그룹 19"/>
            <p:cNvGrpSpPr/>
            <p:nvPr/>
          </p:nvGrpSpPr>
          <p:grpSpPr>
            <a:xfrm>
              <a:off x="12518537" y="4740566"/>
              <a:ext cx="4191150" cy="5449200"/>
              <a:chOff x="5954464" y="4620536"/>
              <a:chExt cx="2772321" cy="3591964"/>
            </a:xfrm>
          </p:grpSpPr>
          <p:pic>
            <p:nvPicPr>
              <p:cNvPr id="21" name="Object 17">
                <a:hlinkClick r:id="rId4"/>
              </p:cNvPr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5954464" y="4620536"/>
                <a:ext cx="2772321" cy="3591964"/>
              </a:xfrm>
              <a:prstGeom prst="rect">
                <a:avLst/>
              </a:prstGeom>
            </p:spPr>
          </p:pic>
        </p:grpSp>
        <p:grpSp>
          <p:nvGrpSpPr>
            <p:cNvPr id="22" name="그룹 21"/>
            <p:cNvGrpSpPr/>
            <p:nvPr/>
          </p:nvGrpSpPr>
          <p:grpSpPr>
            <a:xfrm>
              <a:off x="14599084" y="4923426"/>
              <a:ext cx="3765960" cy="5266341"/>
              <a:chOff x="7891071" y="4741071"/>
              <a:chExt cx="2491071" cy="3471429"/>
            </a:xfrm>
          </p:grpSpPr>
          <p:pic>
            <p:nvPicPr>
              <p:cNvPr id="23" name="Object 20">
                <a:hlinkClick r:id="rId4"/>
              </p:cNvPr>
              <p:cNvPicPr>
                <a:picLocks noChangeAspect="1"/>
              </p:cNvPicPr>
              <p:nvPr/>
            </p:nvPicPr>
            <p:blipFill rotWithShape="1">
              <a:blip r:embed="rId6"/>
              <a:stretch>
                <a:fillRect/>
              </a:stretch>
            </p:blipFill>
            <p:spPr>
              <a:xfrm>
                <a:off x="7891071" y="4741071"/>
                <a:ext cx="2491071" cy="3471429"/>
              </a:xfrm>
              <a:prstGeom prst="rect">
                <a:avLst/>
              </a:prstGeom>
            </p:spPr>
          </p:pic>
        </p:grpSp>
      </p:grpSp>
      <p:sp>
        <p:nvSpPr>
          <p:cNvPr id="26" name="TextBox 25"/>
          <p:cNvSpPr txBox="1"/>
          <p:nvPr/>
        </p:nvSpPr>
        <p:spPr>
          <a:xfrm>
            <a:off x="1066800" y="727429"/>
            <a:ext cx="131826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500">
                <a:latin typeface="배달의민족 주아"/>
                <a:ea typeface="배달의민족 주아"/>
                <a:cs typeface="함초롬돋움"/>
              </a:rPr>
              <a:t>몸글몸글 퀴즈 방법이</a:t>
            </a:r>
          </a:p>
          <a:p>
            <a:pPr lvl="0">
              <a:defRPr/>
            </a:pPr>
            <a:r>
              <a:rPr lang="ko-KR" altLang="en-US" sz="11500">
                <a:latin typeface="배달의민족 주아"/>
                <a:ea typeface="배달의민족 주아"/>
                <a:cs typeface="함초롬돋움"/>
              </a:rPr>
              <a:t>궁금하다면</a:t>
            </a:r>
            <a:r>
              <a:rPr lang="en-US" altLang="ko-KR" sz="11500">
                <a:latin typeface="배달의민족 주아"/>
                <a:ea typeface="배달의민족 주아"/>
                <a:cs typeface="함초롬돋움"/>
              </a:rPr>
              <a:t>?! </a:t>
            </a:r>
            <a:endParaRPr lang="ko-KR" altLang="en-US" sz="11500">
              <a:latin typeface="배달의민족 주아"/>
              <a:ea typeface="배달의민족 주아"/>
              <a:cs typeface="함초롬돋움"/>
            </a:endParaRPr>
          </a:p>
        </p:txBody>
      </p:sp>
      <p:sp>
        <p:nvSpPr>
          <p:cNvPr id="2" name="화살표: 아래쪽 1"/>
          <p:cNvSpPr/>
          <p:nvPr/>
        </p:nvSpPr>
        <p:spPr>
          <a:xfrm rot="16200000">
            <a:off x="9661728" y="5721395"/>
            <a:ext cx="1141140" cy="2362200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223870" y="5990900"/>
            <a:ext cx="341471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500">
                <a:latin typeface="배달의민족 주아"/>
                <a:ea typeface="배달의민족 주아"/>
                <a:cs typeface="함초롬돋움"/>
              </a:rPr>
              <a:t>클릭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2" name="직사각형 1">
            <a:hlinkClick r:id="rId3" action="ppaction://hlinksldjump"/>
            <a:extLst>
              <a:ext uri="{FF2B5EF4-FFF2-40B4-BE49-F238E27FC236}">
                <a16:creationId xmlns:a16="http://schemas.microsoft.com/office/drawing/2014/main" id="{CC6ECA12-CE77-4A21-9298-A098BC126BA0}"/>
              </a:ext>
            </a:extLst>
          </p:cNvPr>
          <p:cNvSpPr/>
          <p:nvPr/>
        </p:nvSpPr>
        <p:spPr>
          <a:xfrm>
            <a:off x="1447800" y="3695700"/>
            <a:ext cx="2286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6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학</a:t>
            </a:r>
          </a:p>
        </p:txBody>
      </p:sp>
      <p:sp>
        <p:nvSpPr>
          <p:cNvPr id="12" name="직사각형 11">
            <a:hlinkClick r:id="rId4" action="ppaction://hlinksldjump"/>
            <a:extLst>
              <a:ext uri="{FF2B5EF4-FFF2-40B4-BE49-F238E27FC236}">
                <a16:creationId xmlns:a16="http://schemas.microsoft.com/office/drawing/2014/main" id="{965F5C5F-3600-42B7-B34B-95D90FA59F5F}"/>
              </a:ext>
            </a:extLst>
          </p:cNvPr>
          <p:cNvSpPr/>
          <p:nvPr/>
        </p:nvSpPr>
        <p:spPr>
          <a:xfrm>
            <a:off x="4101112" y="3695700"/>
            <a:ext cx="2286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교</a:t>
            </a:r>
          </a:p>
        </p:txBody>
      </p:sp>
      <p:sp>
        <p:nvSpPr>
          <p:cNvPr id="13" name="직사각형 12">
            <a:hlinkClick r:id="rId5" action="ppaction://hlinksldjump"/>
            <a:extLst>
              <a:ext uri="{FF2B5EF4-FFF2-40B4-BE49-F238E27FC236}">
                <a16:creationId xmlns:a16="http://schemas.microsoft.com/office/drawing/2014/main" id="{550CA6C8-128E-47D4-98B7-A8D15543CE93}"/>
              </a:ext>
            </a:extLst>
          </p:cNvPr>
          <p:cNvSpPr/>
          <p:nvPr/>
        </p:nvSpPr>
        <p:spPr>
          <a:xfrm>
            <a:off x="6754424" y="3695700"/>
            <a:ext cx="2286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</a:t>
            </a:r>
          </a:p>
        </p:txBody>
      </p:sp>
      <p:sp>
        <p:nvSpPr>
          <p:cNvPr id="17" name="직사각형 16">
            <a:hlinkClick r:id="rId6" action="ppaction://hlinksldjump"/>
            <a:extLst>
              <a:ext uri="{FF2B5EF4-FFF2-40B4-BE49-F238E27FC236}">
                <a16:creationId xmlns:a16="http://schemas.microsoft.com/office/drawing/2014/main" id="{85412FEB-0780-4D68-BB60-CCE32E2BA152}"/>
              </a:ext>
            </a:extLst>
          </p:cNvPr>
          <p:cNvSpPr/>
          <p:nvPr/>
        </p:nvSpPr>
        <p:spPr>
          <a:xfrm>
            <a:off x="9407736" y="3695700"/>
            <a:ext cx="2286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는</a:t>
            </a:r>
          </a:p>
        </p:txBody>
      </p:sp>
      <p:sp>
        <p:nvSpPr>
          <p:cNvPr id="18" name="직사각형 17">
            <a:hlinkClick r:id="rId7" action="ppaction://hlinksldjump"/>
            <a:extLst>
              <a:ext uri="{FF2B5EF4-FFF2-40B4-BE49-F238E27FC236}">
                <a16:creationId xmlns:a16="http://schemas.microsoft.com/office/drawing/2014/main" id="{0DE9A34C-4E2F-42B6-81E3-B30F075F176E}"/>
              </a:ext>
            </a:extLst>
          </p:cNvPr>
          <p:cNvSpPr/>
          <p:nvPr/>
        </p:nvSpPr>
        <p:spPr>
          <a:xfrm>
            <a:off x="12061048" y="3695700"/>
            <a:ext cx="2286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699B6-BFB3-4F4A-BB06-BF06E6C8C821}"/>
              </a:ext>
            </a:extLst>
          </p:cNvPr>
          <p:cNvSpPr txBox="1"/>
          <p:nvPr/>
        </p:nvSpPr>
        <p:spPr>
          <a:xfrm>
            <a:off x="3352800" y="1028700"/>
            <a:ext cx="131826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5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문제를 선택해주세요</a:t>
            </a:r>
          </a:p>
        </p:txBody>
      </p:sp>
      <p:sp>
        <p:nvSpPr>
          <p:cNvPr id="10" name="직사각형 9">
            <a:hlinkClick r:id="rId8" action="ppaction://hlinksldjump"/>
            <a:extLst>
              <a:ext uri="{FF2B5EF4-FFF2-40B4-BE49-F238E27FC236}">
                <a16:creationId xmlns:a16="http://schemas.microsoft.com/office/drawing/2014/main" id="{9A50BE08-C421-4FE3-B4BA-5708CFE91A22}"/>
              </a:ext>
            </a:extLst>
          </p:cNvPr>
          <p:cNvSpPr/>
          <p:nvPr/>
        </p:nvSpPr>
        <p:spPr>
          <a:xfrm>
            <a:off x="14747697" y="3700462"/>
            <a:ext cx="22860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♡</a:t>
            </a:r>
          </a:p>
        </p:txBody>
      </p:sp>
    </p:spTree>
    <p:extLst>
      <p:ext uri="{BB962C8B-B14F-4D97-AF65-F5344CB8AC3E}">
        <p14:creationId xmlns:p14="http://schemas.microsoft.com/office/powerpoint/2010/main" val="21105727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6EB105-1884-45E7-AF94-5908599530F2}"/>
              </a:ext>
            </a:extLst>
          </p:cNvPr>
          <p:cNvSpPr txBox="1"/>
          <p:nvPr/>
        </p:nvSpPr>
        <p:spPr>
          <a:xfrm>
            <a:off x="2551557" y="5448300"/>
            <a:ext cx="13182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주제는 </a:t>
            </a:r>
            <a:r>
              <a:rPr lang="ko-KR" altLang="en-US" sz="166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스포츠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52353-F0AC-4123-AE45-4FFE48A8E014}"/>
              </a:ext>
            </a:extLst>
          </p:cNvPr>
          <p:cNvSpPr txBox="1"/>
          <p:nvPr/>
        </p:nvSpPr>
        <p:spPr>
          <a:xfrm>
            <a:off x="2209800" y="2191822"/>
            <a:ext cx="150113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학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을 선택한 당신</a:t>
            </a:r>
            <a:r>
              <a:rPr lang="en-US" altLang="ko-KR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!</a:t>
            </a:r>
            <a:endParaRPr lang="ko-KR" altLang="en-US" sz="16600">
              <a:latin typeface="배달의민족 주아" panose="02020603020101020101" pitchFamily="18" charset="-127"/>
              <a:ea typeface="배달의민족 주아" panose="02020603020101020101" pitchFamily="18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702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축구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60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8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농구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437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91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야구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086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0218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수영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6295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볼링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화살표: 갈매기형 수장 4">
            <a:hlinkClick r:id="rId3" action="ppaction://hlinksldjump"/>
            <a:extLst>
              <a:ext uri="{FF2B5EF4-FFF2-40B4-BE49-F238E27FC236}">
                <a16:creationId xmlns:a16="http://schemas.microsoft.com/office/drawing/2014/main" id="{8BC80BB0-EE7A-4871-BCC9-09E3194F910E}"/>
              </a:ext>
            </a:extLst>
          </p:cNvPr>
          <p:cNvSpPr/>
          <p:nvPr/>
        </p:nvSpPr>
        <p:spPr>
          <a:xfrm>
            <a:off x="14859000" y="8115300"/>
            <a:ext cx="2743200" cy="1693093"/>
          </a:xfrm>
          <a:prstGeom prst="chevron">
            <a:avLst>
              <a:gd name="adj" fmla="val 407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>
                <a:solidFill>
                  <a:srgbClr val="FFFF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 선택</a:t>
            </a:r>
          </a:p>
        </p:txBody>
      </p:sp>
    </p:spTree>
    <p:extLst>
      <p:ext uri="{BB962C8B-B14F-4D97-AF65-F5344CB8AC3E}">
        <p14:creationId xmlns:p14="http://schemas.microsoft.com/office/powerpoint/2010/main" val="165890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6EB105-1884-45E7-AF94-5908599530F2}"/>
              </a:ext>
            </a:extLst>
          </p:cNvPr>
          <p:cNvSpPr txBox="1"/>
          <p:nvPr/>
        </p:nvSpPr>
        <p:spPr>
          <a:xfrm>
            <a:off x="470888" y="5448300"/>
            <a:ext cx="1734393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주제는 </a:t>
            </a:r>
            <a:r>
              <a:rPr lang="ko-KR" altLang="en-US" sz="166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동물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52353-F0AC-4123-AE45-4FFE48A8E014}"/>
              </a:ext>
            </a:extLst>
          </p:cNvPr>
          <p:cNvSpPr txBox="1"/>
          <p:nvPr/>
        </p:nvSpPr>
        <p:spPr>
          <a:xfrm>
            <a:off x="2209800" y="2191822"/>
            <a:ext cx="150113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교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를 선택한 당신</a:t>
            </a:r>
            <a:r>
              <a:rPr lang="en-US" altLang="ko-KR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!</a:t>
            </a:r>
            <a:endParaRPr lang="ko-KR" altLang="en-US" sz="16600">
              <a:latin typeface="배달의민족 주아" panose="02020603020101020101" pitchFamily="18" charset="-127"/>
              <a:ea typeface="배달의민족 주아" panose="02020603020101020101" pitchFamily="18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5550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토끼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910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9602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코끼리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02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9230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캥거루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416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898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원숭이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627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7132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기린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화살표: 갈매기형 수장 4">
            <a:hlinkClick r:id="rId3" action="ppaction://hlinksldjump"/>
            <a:extLst>
              <a:ext uri="{FF2B5EF4-FFF2-40B4-BE49-F238E27FC236}">
                <a16:creationId xmlns:a16="http://schemas.microsoft.com/office/drawing/2014/main" id="{8BC80BB0-EE7A-4871-BCC9-09E3194F910E}"/>
              </a:ext>
            </a:extLst>
          </p:cNvPr>
          <p:cNvSpPr/>
          <p:nvPr/>
        </p:nvSpPr>
        <p:spPr>
          <a:xfrm>
            <a:off x="14859000" y="8115300"/>
            <a:ext cx="2743200" cy="1693093"/>
          </a:xfrm>
          <a:prstGeom prst="chevron">
            <a:avLst>
              <a:gd name="adj" fmla="val 407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>
                <a:solidFill>
                  <a:srgbClr val="FFFF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 선택</a:t>
            </a:r>
          </a:p>
        </p:txBody>
      </p:sp>
    </p:spTree>
    <p:extLst>
      <p:ext uri="{BB962C8B-B14F-4D97-AF65-F5344CB8AC3E}">
        <p14:creationId xmlns:p14="http://schemas.microsoft.com/office/powerpoint/2010/main" val="92554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6EB105-1884-45E7-AF94-5908599530F2}"/>
              </a:ext>
            </a:extLst>
          </p:cNvPr>
          <p:cNvSpPr txBox="1"/>
          <p:nvPr/>
        </p:nvSpPr>
        <p:spPr>
          <a:xfrm>
            <a:off x="470888" y="5448300"/>
            <a:ext cx="1734393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주제는 </a:t>
            </a:r>
            <a:r>
              <a:rPr lang="ko-KR" altLang="en-US" sz="166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날씨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52353-F0AC-4123-AE45-4FFE48A8E014}"/>
              </a:ext>
            </a:extLst>
          </p:cNvPr>
          <p:cNvSpPr txBox="1"/>
          <p:nvPr/>
        </p:nvSpPr>
        <p:spPr>
          <a:xfrm>
            <a:off x="2209800" y="2191822"/>
            <a:ext cx="150113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가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를 선택한 당신</a:t>
            </a:r>
            <a:r>
              <a:rPr lang="en-US" altLang="ko-KR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!</a:t>
            </a:r>
            <a:endParaRPr lang="ko-KR" altLang="en-US" sz="16600">
              <a:latin typeface="배달의민족 주아" panose="02020603020101020101" pitchFamily="18" charset="-127"/>
              <a:ea typeface="배달의민족 주아" panose="02020603020101020101" pitchFamily="18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5305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더위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2474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3641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추 위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637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9049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눈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2005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425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비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864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731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미세먼지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화살표: 갈매기형 수장 4">
            <a:hlinkClick r:id="rId3" action="ppaction://hlinksldjump"/>
            <a:extLst>
              <a:ext uri="{FF2B5EF4-FFF2-40B4-BE49-F238E27FC236}">
                <a16:creationId xmlns:a16="http://schemas.microsoft.com/office/drawing/2014/main" id="{8BC80BB0-EE7A-4871-BCC9-09E3194F910E}"/>
              </a:ext>
            </a:extLst>
          </p:cNvPr>
          <p:cNvSpPr/>
          <p:nvPr/>
        </p:nvSpPr>
        <p:spPr>
          <a:xfrm>
            <a:off x="14859000" y="8115300"/>
            <a:ext cx="2743200" cy="1693093"/>
          </a:xfrm>
          <a:prstGeom prst="chevron">
            <a:avLst>
              <a:gd name="adj" fmla="val 407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>
                <a:solidFill>
                  <a:srgbClr val="FFFF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 선택</a:t>
            </a:r>
          </a:p>
        </p:txBody>
      </p:sp>
    </p:spTree>
    <p:extLst>
      <p:ext uri="{BB962C8B-B14F-4D97-AF65-F5344CB8AC3E}">
        <p14:creationId xmlns:p14="http://schemas.microsoft.com/office/powerpoint/2010/main" val="247042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6EB105-1884-45E7-AF94-5908599530F2}"/>
              </a:ext>
            </a:extLst>
          </p:cNvPr>
          <p:cNvSpPr txBox="1"/>
          <p:nvPr/>
        </p:nvSpPr>
        <p:spPr>
          <a:xfrm>
            <a:off x="470888" y="5448300"/>
            <a:ext cx="1734393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주제는 </a:t>
            </a:r>
            <a:r>
              <a:rPr lang="ko-KR" altLang="en-US" sz="166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감정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52353-F0AC-4123-AE45-4FFE48A8E014}"/>
              </a:ext>
            </a:extLst>
          </p:cNvPr>
          <p:cNvSpPr txBox="1"/>
          <p:nvPr/>
        </p:nvSpPr>
        <p:spPr>
          <a:xfrm>
            <a:off x="2209800" y="2191822"/>
            <a:ext cx="150113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err="1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는</a:t>
            </a:r>
            <a:r>
              <a:rPr lang="ko-KR" altLang="en-US" sz="1660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을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 선택한 당신</a:t>
            </a:r>
            <a:r>
              <a:rPr lang="en-US" altLang="ko-KR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!</a:t>
            </a:r>
            <a:endParaRPr lang="ko-KR" altLang="en-US" sz="16600">
              <a:latin typeface="배달의민족 주아" panose="02020603020101020101" pitchFamily="18" charset="-127"/>
              <a:ea typeface="배달의민족 주아" panose="02020603020101020101" pitchFamily="18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4962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행복</a:t>
            </a:r>
            <a:r>
              <a:rPr lang="en-US" altLang="ko-KR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</a:t>
            </a:r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기쁨</a:t>
            </a:r>
            <a:r>
              <a:rPr lang="en-US" altLang="ko-KR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)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365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6359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화남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12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2160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슬픔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8788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70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무서움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6545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6602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놀람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화살표: 갈매기형 수장 4">
            <a:hlinkClick r:id="rId3" action="ppaction://hlinksldjump"/>
            <a:extLst>
              <a:ext uri="{FF2B5EF4-FFF2-40B4-BE49-F238E27FC236}">
                <a16:creationId xmlns:a16="http://schemas.microsoft.com/office/drawing/2014/main" id="{8BC80BB0-EE7A-4871-BCC9-09E3194F910E}"/>
              </a:ext>
            </a:extLst>
          </p:cNvPr>
          <p:cNvSpPr/>
          <p:nvPr/>
        </p:nvSpPr>
        <p:spPr>
          <a:xfrm>
            <a:off x="14859000" y="8115300"/>
            <a:ext cx="2743200" cy="1693093"/>
          </a:xfrm>
          <a:prstGeom prst="chevron">
            <a:avLst>
              <a:gd name="adj" fmla="val 407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>
                <a:solidFill>
                  <a:srgbClr val="FFFF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 선택</a:t>
            </a:r>
          </a:p>
        </p:txBody>
      </p:sp>
    </p:spTree>
    <p:extLst>
      <p:ext uri="{BB962C8B-B14F-4D97-AF65-F5344CB8AC3E}">
        <p14:creationId xmlns:p14="http://schemas.microsoft.com/office/powerpoint/2010/main" val="10080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6EB105-1884-45E7-AF94-5908599530F2}"/>
              </a:ext>
            </a:extLst>
          </p:cNvPr>
          <p:cNvSpPr txBox="1"/>
          <p:nvPr/>
        </p:nvSpPr>
        <p:spPr>
          <a:xfrm>
            <a:off x="470888" y="5448300"/>
            <a:ext cx="1734393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주제는 </a:t>
            </a:r>
            <a:r>
              <a:rPr lang="ko-KR" altLang="en-US" sz="166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맛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52353-F0AC-4123-AE45-4FFE48A8E014}"/>
              </a:ext>
            </a:extLst>
          </p:cNvPr>
          <p:cNvSpPr txBox="1"/>
          <p:nvPr/>
        </p:nvSpPr>
        <p:spPr>
          <a:xfrm>
            <a:off x="2209800" y="2191822"/>
            <a:ext cx="150113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길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을 선택한 당신</a:t>
            </a:r>
            <a:r>
              <a:rPr lang="en-US" altLang="ko-KR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!</a:t>
            </a:r>
            <a:endParaRPr lang="ko-KR" altLang="en-US" sz="16600">
              <a:latin typeface="배달의민족 주아" panose="02020603020101020101" pitchFamily="18" charset="-127"/>
              <a:ea typeface="배달의민족 주아" panose="02020603020101020101" pitchFamily="18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8939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달다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5925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7329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시다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88970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5493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맵다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87894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49760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짜다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72575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9848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쓰다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화살표: 갈매기형 수장 4">
            <a:hlinkClick r:id="rId3" action="ppaction://hlinksldjump"/>
            <a:extLst>
              <a:ext uri="{FF2B5EF4-FFF2-40B4-BE49-F238E27FC236}">
                <a16:creationId xmlns:a16="http://schemas.microsoft.com/office/drawing/2014/main" id="{8BC80BB0-EE7A-4871-BCC9-09E3194F910E}"/>
              </a:ext>
            </a:extLst>
          </p:cNvPr>
          <p:cNvSpPr/>
          <p:nvPr/>
        </p:nvSpPr>
        <p:spPr>
          <a:xfrm>
            <a:off x="14859000" y="8115300"/>
            <a:ext cx="2743200" cy="1693093"/>
          </a:xfrm>
          <a:prstGeom prst="chevron">
            <a:avLst>
              <a:gd name="adj" fmla="val 407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>
                <a:solidFill>
                  <a:srgbClr val="FFFF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 선택</a:t>
            </a:r>
          </a:p>
        </p:txBody>
      </p:sp>
    </p:spTree>
    <p:extLst>
      <p:ext uri="{BB962C8B-B14F-4D97-AF65-F5344CB8AC3E}">
        <p14:creationId xmlns:p14="http://schemas.microsoft.com/office/powerpoint/2010/main" val="36438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F6EB105-1884-45E7-AF94-5908599530F2}"/>
              </a:ext>
            </a:extLst>
          </p:cNvPr>
          <p:cNvSpPr txBox="1"/>
          <p:nvPr/>
        </p:nvSpPr>
        <p:spPr>
          <a:xfrm>
            <a:off x="470888" y="5448300"/>
            <a:ext cx="1734393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주제는 </a:t>
            </a:r>
            <a:r>
              <a:rPr lang="ko-KR" altLang="en-US" sz="166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음식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52353-F0AC-4123-AE45-4FFE48A8E014}"/>
              </a:ext>
            </a:extLst>
          </p:cNvPr>
          <p:cNvSpPr txBox="1"/>
          <p:nvPr/>
        </p:nvSpPr>
        <p:spPr>
          <a:xfrm>
            <a:off x="2209800" y="2191822"/>
            <a:ext cx="150113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>
                <a:solidFill>
                  <a:srgbClr val="00B05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♡</a:t>
            </a:r>
            <a:r>
              <a:rPr lang="ko-KR" altLang="en-US" sz="16600" err="1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를</a:t>
            </a:r>
            <a:r>
              <a:rPr lang="ko-KR" altLang="en-US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 선택한 당신</a:t>
            </a:r>
            <a:r>
              <a:rPr lang="en-US" altLang="ko-KR" sz="16600">
                <a:latin typeface="배달의민족 주아" panose="02020603020101020101" pitchFamily="18" charset="-127"/>
                <a:ea typeface="배달의민족 주아" panose="02020603020101020101" pitchFamily="18" charset="-127"/>
                <a:cs typeface="함초롬돋움" panose="020B0604000101010101" pitchFamily="50" charset="-127"/>
              </a:rPr>
              <a:t>!</a:t>
            </a:r>
            <a:endParaRPr lang="ko-KR" altLang="en-US" sz="16600">
              <a:latin typeface="배달의민족 주아" panose="02020603020101020101" pitchFamily="18" charset="-127"/>
              <a:ea typeface="배달의민족 주아" panose="02020603020101020101" pitchFamily="18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51304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3257725"/>
            <a:ext cx="17343938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9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아이스크림</a:t>
            </a:r>
            <a:endParaRPr lang="ko-KR" altLang="en-US" sz="48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44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76672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라면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6554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2323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햄버거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64882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89623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치킨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06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solidFill>
                  <a:srgbClr val="00B0F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작전타임</a:t>
            </a:r>
            <a:endParaRPr lang="ko-KR" altLang="en-US" sz="6000">
              <a:solidFill>
                <a:srgbClr val="00B0F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95882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70888" y="477321"/>
            <a:ext cx="17343938" cy="9331072"/>
            <a:chOff x="470888" y="477321"/>
            <a:chExt cx="17343938" cy="933107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888" y="477321"/>
              <a:ext cx="17343938" cy="933107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BCB6EE-F832-4184-98C4-C5CD746CC87A}"/>
              </a:ext>
            </a:extLst>
          </p:cNvPr>
          <p:cNvSpPr txBox="1"/>
          <p:nvPr/>
        </p:nvSpPr>
        <p:spPr>
          <a:xfrm>
            <a:off x="470888" y="2348210"/>
            <a:ext cx="1734393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바나나</a:t>
            </a:r>
            <a:endParaRPr lang="ko-KR" altLang="en-US" sz="60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화살표: 갈매기형 수장 4">
            <a:hlinkClick r:id="rId3" action="ppaction://hlinksldjump"/>
            <a:extLst>
              <a:ext uri="{FF2B5EF4-FFF2-40B4-BE49-F238E27FC236}">
                <a16:creationId xmlns:a16="http://schemas.microsoft.com/office/drawing/2014/main" id="{8BC80BB0-EE7A-4871-BCC9-09E3194F910E}"/>
              </a:ext>
            </a:extLst>
          </p:cNvPr>
          <p:cNvSpPr/>
          <p:nvPr/>
        </p:nvSpPr>
        <p:spPr>
          <a:xfrm>
            <a:off x="14859000" y="8115300"/>
            <a:ext cx="2743200" cy="1693093"/>
          </a:xfrm>
          <a:prstGeom prst="chevron">
            <a:avLst>
              <a:gd name="adj" fmla="val 40717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>
                <a:solidFill>
                  <a:srgbClr val="FFFF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문제 선택</a:t>
            </a:r>
          </a:p>
        </p:txBody>
      </p:sp>
    </p:spTree>
    <p:extLst>
      <p:ext uri="{BB962C8B-B14F-4D97-AF65-F5344CB8AC3E}">
        <p14:creationId xmlns:p14="http://schemas.microsoft.com/office/powerpoint/2010/main" val="89400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사용자 지정</PresentationFormat>
  <Paragraphs>83</Paragraphs>
  <Slides>63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맑은 고딕</vt:lpstr>
      <vt:lpstr>배달의민족 주아</vt:lpstr>
      <vt:lpstr>함초롬돋움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officegen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Tim Kang</cp:lastModifiedBy>
  <cp:revision>2</cp:revision>
  <dcterms:created xsi:type="dcterms:W3CDTF">2020-06-04T20:55:27Z</dcterms:created>
  <dcterms:modified xsi:type="dcterms:W3CDTF">2026-03-28T07:07:04Z</dcterms:modified>
</cp:coreProperties>
</file>